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6" userDrawn="1">
          <p15:clr>
            <a:srgbClr val="A4A3A4"/>
          </p15:clr>
        </p15:guide>
        <p15:guide id="2" pos="67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63"/>
    <p:restoredTop sz="94663"/>
  </p:normalViewPr>
  <p:slideViewPr>
    <p:cSldViewPr snapToGrid="0" snapToObjects="1" showGuides="1">
      <p:cViewPr>
        <p:scale>
          <a:sx n="50" d="100"/>
          <a:sy n="50" d="100"/>
        </p:scale>
        <p:origin x="1992" y="-3984"/>
      </p:cViewPr>
      <p:guideLst>
        <p:guide orient="horz" pos="9536"/>
        <p:guide pos="67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B13DB01-8CA0-41B8-8788-DA8CAE7DCD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51886" y="1138545"/>
            <a:ext cx="3919926" cy="34049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AFA25B7-E13A-4DB8-B736-91E4AAF4FB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45478" y="555676"/>
            <a:ext cx="5917195" cy="10574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11812" y="2430030"/>
            <a:ext cx="18360000" cy="110799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ctr">
              <a:defRPr sz="8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Название </a:t>
            </a:r>
            <a:endParaRPr lang="en-US" dirty="0"/>
          </a:p>
        </p:txBody>
      </p:sp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DCDE7B84-D760-4303-8644-8EBBB6B7C67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449128" y="28581063"/>
            <a:ext cx="2302644" cy="627066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C33F0D0E-F1CE-44AE-AFDC-60EC08611C8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4956286" y="28609881"/>
            <a:ext cx="2265908" cy="542369"/>
          </a:xfrm>
          <a:prstGeom prst="rect">
            <a:avLst/>
          </a:prstGeom>
        </p:spPr>
      </p:pic>
      <p:sp>
        <p:nvSpPr>
          <p:cNvPr id="62" name="Заголовок 4">
            <a:extLst>
              <a:ext uri="{FF2B5EF4-FFF2-40B4-BE49-F238E27FC236}">
                <a16:creationId xmlns:a16="http://schemas.microsoft.com/office/drawing/2014/main" id="{911521AD-ED2F-4070-A5C9-069811C93F47}"/>
              </a:ext>
            </a:extLst>
          </p:cNvPr>
          <p:cNvSpPr txBox="1">
            <a:spLocks/>
          </p:cNvSpPr>
          <p:nvPr userDrawn="1"/>
        </p:nvSpPr>
        <p:spPr>
          <a:xfrm>
            <a:off x="11096377" y="29467207"/>
            <a:ext cx="3024450" cy="2769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Генеральный партнёр</a:t>
            </a:r>
          </a:p>
        </p:txBody>
      </p:sp>
      <p:sp>
        <p:nvSpPr>
          <p:cNvPr id="63" name="Заголовок 4">
            <a:extLst>
              <a:ext uri="{FF2B5EF4-FFF2-40B4-BE49-F238E27FC236}">
                <a16:creationId xmlns:a16="http://schemas.microsoft.com/office/drawing/2014/main" id="{FD0370A2-F3C5-4982-864E-FD69C694F01A}"/>
              </a:ext>
            </a:extLst>
          </p:cNvPr>
          <p:cNvSpPr txBox="1">
            <a:spLocks/>
          </p:cNvSpPr>
          <p:nvPr userDrawn="1"/>
        </p:nvSpPr>
        <p:spPr>
          <a:xfrm>
            <a:off x="14609662" y="29467207"/>
            <a:ext cx="2976199" cy="2769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Партнёр</a:t>
            </a:r>
          </a:p>
        </p:txBody>
      </p:sp>
    </p:spTree>
    <p:extLst>
      <p:ext uri="{BB962C8B-B14F-4D97-AF65-F5344CB8AC3E}">
        <p14:creationId xmlns:p14="http://schemas.microsoft.com/office/powerpoint/2010/main" val="177812037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12518" userDrawn="1">
          <p15:clr>
            <a:srgbClr val="FBAE40"/>
          </p15:clr>
        </p15:guide>
        <p15:guide id="2" pos="95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043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5F437BD-98F8-7B42-921D-B072EC2BB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812" y="2430030"/>
            <a:ext cx="18360000" cy="1246495"/>
          </a:xfrm>
        </p:spPr>
        <p:txBody>
          <a:bodyPr anchor="t"/>
          <a:lstStyle/>
          <a:p>
            <a:r>
              <a:rPr lang="ru-RU" dirty="0"/>
              <a:t>Название исследования</a:t>
            </a:r>
          </a:p>
        </p:txBody>
      </p:sp>
      <p:sp>
        <p:nvSpPr>
          <p:cNvPr id="9" name="Заголовок 4">
            <a:extLst>
              <a:ext uri="{FF2B5EF4-FFF2-40B4-BE49-F238E27FC236}">
                <a16:creationId xmlns:a16="http://schemas.microsoft.com/office/drawing/2014/main" id="{FF964CF7-1659-7147-B572-E13A52A01BFB}"/>
              </a:ext>
            </a:extLst>
          </p:cNvPr>
          <p:cNvSpPr txBox="1">
            <a:spLocks/>
          </p:cNvSpPr>
          <p:nvPr/>
        </p:nvSpPr>
        <p:spPr>
          <a:xfrm>
            <a:off x="4594660" y="4258828"/>
            <a:ext cx="12194304" cy="4431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solidFill>
                  <a:schemeClr val="accent3"/>
                </a:solidFill>
              </a:rPr>
              <a:t>Авторы</a:t>
            </a:r>
          </a:p>
        </p:txBody>
      </p:sp>
      <p:sp>
        <p:nvSpPr>
          <p:cNvPr id="6" name="Заголовок 4">
            <a:extLst>
              <a:ext uri="{FF2B5EF4-FFF2-40B4-BE49-F238E27FC236}">
                <a16:creationId xmlns:a16="http://schemas.microsoft.com/office/drawing/2014/main" id="{22F7037B-A9E7-804C-A32F-F530F150E3FA}"/>
              </a:ext>
            </a:extLst>
          </p:cNvPr>
          <p:cNvSpPr txBox="1">
            <a:spLocks/>
          </p:cNvSpPr>
          <p:nvPr/>
        </p:nvSpPr>
        <p:spPr>
          <a:xfrm>
            <a:off x="11540382" y="10942257"/>
            <a:ext cx="8328874" cy="147732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ru-RU" sz="4800" dirty="0"/>
              <a:t>Качественные результаты</a:t>
            </a:r>
          </a:p>
          <a:p>
            <a:pPr algn="l">
              <a:lnSpc>
                <a:spcPct val="100000"/>
              </a:lnSpc>
            </a:pPr>
            <a:r>
              <a:rPr lang="ru-RU" sz="4800" dirty="0"/>
              <a:t>экспериментов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EFEBC4B-1CC1-914C-ACE6-C9FD0FDF9498}"/>
              </a:ext>
            </a:extLst>
          </p:cNvPr>
          <p:cNvSpPr/>
          <p:nvPr/>
        </p:nvSpPr>
        <p:spPr>
          <a:xfrm>
            <a:off x="11540382" y="15969491"/>
            <a:ext cx="8328874" cy="457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/>
          </a:p>
        </p:txBody>
      </p:sp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17D5A267-4A77-C249-B8B6-14811E2CCAEB}"/>
              </a:ext>
            </a:extLst>
          </p:cNvPr>
          <p:cNvSpPr txBox="1">
            <a:spLocks/>
          </p:cNvSpPr>
          <p:nvPr/>
        </p:nvSpPr>
        <p:spPr>
          <a:xfrm>
            <a:off x="11542938" y="12833810"/>
            <a:ext cx="8328874" cy="27392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ru-RU" sz="2400" dirty="0"/>
              <a:t>Текст текст текст текст текст текст текст текст текст текст текст текст текст</a:t>
            </a:r>
            <a:r>
              <a:rPr lang="en-US" sz="2400" dirty="0"/>
              <a:t> </a:t>
            </a:r>
            <a:r>
              <a:rPr lang="ru-RU" sz="2400" dirty="0"/>
              <a:t>Текст текст текст текст текст текст текст текст текст текст текст текст Текст текст текст текст текст текст текст текст текст текст текст текст </a:t>
            </a:r>
            <a:endParaRPr lang="en-US" sz="2400" dirty="0"/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ru-RU" sz="2400" dirty="0"/>
              <a:t>Текст текст текст текст текст текст текст текст текст текст текст текст текст</a:t>
            </a:r>
            <a:r>
              <a:rPr lang="en-US" sz="2400" dirty="0"/>
              <a:t> </a:t>
            </a:r>
            <a:r>
              <a:rPr lang="ru-RU" sz="2400" dirty="0"/>
              <a:t>Текст текст текст текст текст текст текст текст текст текст текст текст Текст текст текст текст текст</a:t>
            </a:r>
          </a:p>
        </p:txBody>
      </p:sp>
      <p:sp>
        <p:nvSpPr>
          <p:cNvPr id="11" name="Заголовок 4">
            <a:extLst>
              <a:ext uri="{FF2B5EF4-FFF2-40B4-BE49-F238E27FC236}">
                <a16:creationId xmlns:a16="http://schemas.microsoft.com/office/drawing/2014/main" id="{FEDBD61F-81A5-394C-888C-55CD3C1C2279}"/>
              </a:ext>
            </a:extLst>
          </p:cNvPr>
          <p:cNvSpPr txBox="1">
            <a:spLocks/>
          </p:cNvSpPr>
          <p:nvPr/>
        </p:nvSpPr>
        <p:spPr>
          <a:xfrm>
            <a:off x="11540382" y="20773642"/>
            <a:ext cx="8328874" cy="2769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000" dirty="0"/>
              <a:t>Название графика или схемы</a:t>
            </a:r>
          </a:p>
        </p:txBody>
      </p:sp>
      <p:sp>
        <p:nvSpPr>
          <p:cNvPr id="12" name="Заголовок 4">
            <a:extLst>
              <a:ext uri="{FF2B5EF4-FFF2-40B4-BE49-F238E27FC236}">
                <a16:creationId xmlns:a16="http://schemas.microsoft.com/office/drawing/2014/main" id="{777D2B1B-83DE-4E47-8FA4-305FD5DAE38F}"/>
              </a:ext>
            </a:extLst>
          </p:cNvPr>
          <p:cNvSpPr txBox="1">
            <a:spLocks/>
          </p:cNvSpPr>
          <p:nvPr/>
        </p:nvSpPr>
        <p:spPr>
          <a:xfrm>
            <a:off x="1512323" y="6653687"/>
            <a:ext cx="8328874" cy="73866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ru-RU" sz="4800" dirty="0"/>
              <a:t>Мотивация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F2C556B-62C1-8B47-B96E-BAAD9575C66B}"/>
              </a:ext>
            </a:extLst>
          </p:cNvPr>
          <p:cNvSpPr/>
          <p:nvPr/>
        </p:nvSpPr>
        <p:spPr>
          <a:xfrm>
            <a:off x="1511812" y="12353589"/>
            <a:ext cx="8328874" cy="457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/>
          </a:p>
        </p:txBody>
      </p:sp>
      <p:sp>
        <p:nvSpPr>
          <p:cNvPr id="14" name="Заголовок 4">
            <a:extLst>
              <a:ext uri="{FF2B5EF4-FFF2-40B4-BE49-F238E27FC236}">
                <a16:creationId xmlns:a16="http://schemas.microsoft.com/office/drawing/2014/main" id="{E7D44248-8FEB-1D4C-88DA-BAC694E0F282}"/>
              </a:ext>
            </a:extLst>
          </p:cNvPr>
          <p:cNvSpPr txBox="1">
            <a:spLocks/>
          </p:cNvSpPr>
          <p:nvPr/>
        </p:nvSpPr>
        <p:spPr>
          <a:xfrm>
            <a:off x="1509767" y="7624916"/>
            <a:ext cx="8328874" cy="437042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ru-RU" sz="2400" dirty="0"/>
              <a:t>Текст текст текст текст текст текст текст текст текст текст текст текст текст</a:t>
            </a:r>
            <a:r>
              <a:rPr lang="en-US" sz="2400" dirty="0"/>
              <a:t> </a:t>
            </a:r>
            <a:r>
              <a:rPr lang="ru-RU" sz="2400" dirty="0"/>
              <a:t>Текст текст текст текст текст текст текст текст текст текст текст текст Текст текст текст текст текст текст текст текст текст текст текст текст </a:t>
            </a:r>
            <a:endParaRPr lang="en-US" sz="2400" dirty="0"/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ru-RU" sz="2400" dirty="0"/>
              <a:t>Текст текст текст текст текст текст текст текст текст текст текст текст текст</a:t>
            </a:r>
            <a:r>
              <a:rPr lang="en-US" sz="2400" dirty="0"/>
              <a:t> </a:t>
            </a:r>
            <a:r>
              <a:rPr lang="ru-RU" sz="2400" dirty="0"/>
              <a:t>Текст текст текст текст текст текст текст текст текст текст текст текст Текст текст текст текст текст текст текст текст текст текст текст текст 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ru-RU" sz="2400" dirty="0"/>
              <a:t>Текст текст текст текст текст текст текст текст текст текст текст текст текст</a:t>
            </a:r>
            <a:r>
              <a:rPr lang="en-US" sz="2400" dirty="0"/>
              <a:t> </a:t>
            </a:r>
            <a:r>
              <a:rPr lang="ru-RU" sz="2400" dirty="0"/>
              <a:t>Текст текст текст текст текст текст текст текст текст текст текст текст</a:t>
            </a:r>
          </a:p>
        </p:txBody>
      </p:sp>
      <p:sp>
        <p:nvSpPr>
          <p:cNvPr id="15" name="Заголовок 4">
            <a:extLst>
              <a:ext uri="{FF2B5EF4-FFF2-40B4-BE49-F238E27FC236}">
                <a16:creationId xmlns:a16="http://schemas.microsoft.com/office/drawing/2014/main" id="{EED20C35-7642-9F4E-A3BB-8C1184CC7F5E}"/>
              </a:ext>
            </a:extLst>
          </p:cNvPr>
          <p:cNvSpPr txBox="1">
            <a:spLocks/>
          </p:cNvSpPr>
          <p:nvPr/>
        </p:nvSpPr>
        <p:spPr>
          <a:xfrm>
            <a:off x="1509767" y="17166206"/>
            <a:ext cx="8328874" cy="2769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000" dirty="0"/>
              <a:t>Название графика или схемы</a:t>
            </a:r>
          </a:p>
        </p:txBody>
      </p:sp>
      <p:sp>
        <p:nvSpPr>
          <p:cNvPr id="16" name="Заголовок 4">
            <a:extLst>
              <a:ext uri="{FF2B5EF4-FFF2-40B4-BE49-F238E27FC236}">
                <a16:creationId xmlns:a16="http://schemas.microsoft.com/office/drawing/2014/main" id="{FBDA94D2-6FBE-464B-88DE-37208926495A}"/>
              </a:ext>
            </a:extLst>
          </p:cNvPr>
          <p:cNvSpPr txBox="1">
            <a:spLocks/>
          </p:cNvSpPr>
          <p:nvPr/>
        </p:nvSpPr>
        <p:spPr>
          <a:xfrm>
            <a:off x="1509767" y="18111914"/>
            <a:ext cx="8328874" cy="73866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ru-RU" sz="4800" dirty="0"/>
              <a:t>Постановка задачи</a:t>
            </a:r>
          </a:p>
        </p:txBody>
      </p:sp>
      <p:sp>
        <p:nvSpPr>
          <p:cNvPr id="17" name="Заголовок 4">
            <a:extLst>
              <a:ext uri="{FF2B5EF4-FFF2-40B4-BE49-F238E27FC236}">
                <a16:creationId xmlns:a16="http://schemas.microsoft.com/office/drawing/2014/main" id="{FDB942A2-5D0C-DD4B-8C75-0B6799E88F2F}"/>
              </a:ext>
            </a:extLst>
          </p:cNvPr>
          <p:cNvSpPr txBox="1">
            <a:spLocks/>
          </p:cNvSpPr>
          <p:nvPr/>
        </p:nvSpPr>
        <p:spPr>
          <a:xfrm>
            <a:off x="1509767" y="19092852"/>
            <a:ext cx="8328874" cy="357020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ru-RU" sz="2400" dirty="0"/>
              <a:t>Текст текст текст текст текст текст текст текст текст текст текст текст текст</a:t>
            </a:r>
            <a:r>
              <a:rPr lang="en-US" sz="2400" dirty="0"/>
              <a:t> </a:t>
            </a:r>
            <a:r>
              <a:rPr lang="ru-RU" sz="2400" dirty="0"/>
              <a:t>Текст текст текст текст текст текст текст текст текст текст текст текст Текст текст текст текст текст текст текст текст текст текст текст текст </a:t>
            </a:r>
            <a:endParaRPr lang="en-US" sz="2400" dirty="0"/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ru-RU" sz="2400" dirty="0"/>
              <a:t>Текст текст текст текст текст текст текст текст текст текст текст текст текст</a:t>
            </a:r>
            <a:r>
              <a:rPr lang="en-US" sz="2400" dirty="0"/>
              <a:t> </a:t>
            </a:r>
            <a:r>
              <a:rPr lang="ru-RU" sz="2400" dirty="0"/>
              <a:t>Текст текст текст текст текст текст текст текст текст текст текст текст Текст текст текст текст текст текст текст текст текст текст текст текст </a:t>
            </a:r>
            <a:endParaRPr lang="en-US" sz="2400" dirty="0"/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endParaRPr lang="ru-RU" sz="2000" dirty="0"/>
          </a:p>
        </p:txBody>
      </p:sp>
      <p:sp>
        <p:nvSpPr>
          <p:cNvPr id="18" name="Заголовок 4">
            <a:extLst>
              <a:ext uri="{FF2B5EF4-FFF2-40B4-BE49-F238E27FC236}">
                <a16:creationId xmlns:a16="http://schemas.microsoft.com/office/drawing/2014/main" id="{3F137435-49A1-964A-A726-238A5F1090EE}"/>
              </a:ext>
            </a:extLst>
          </p:cNvPr>
          <p:cNvSpPr txBox="1">
            <a:spLocks/>
          </p:cNvSpPr>
          <p:nvPr/>
        </p:nvSpPr>
        <p:spPr>
          <a:xfrm>
            <a:off x="1511812" y="22938553"/>
            <a:ext cx="8328874" cy="73866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ru-RU" sz="4800" dirty="0"/>
              <a:t>Описание подхода</a:t>
            </a:r>
          </a:p>
        </p:txBody>
      </p:sp>
      <p:sp>
        <p:nvSpPr>
          <p:cNvPr id="19" name="Заголовок 4">
            <a:extLst>
              <a:ext uri="{FF2B5EF4-FFF2-40B4-BE49-F238E27FC236}">
                <a16:creationId xmlns:a16="http://schemas.microsoft.com/office/drawing/2014/main" id="{2A14AC1E-18FC-CC42-B9F3-E2F1B0325D75}"/>
              </a:ext>
            </a:extLst>
          </p:cNvPr>
          <p:cNvSpPr txBox="1">
            <a:spLocks/>
          </p:cNvSpPr>
          <p:nvPr/>
        </p:nvSpPr>
        <p:spPr>
          <a:xfrm>
            <a:off x="1509767" y="23952775"/>
            <a:ext cx="8328874" cy="310854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ru-RU" sz="2400" dirty="0"/>
              <a:t>Текст текст текст текст текст текст текст текст текст текст текст текст текст</a:t>
            </a:r>
            <a:r>
              <a:rPr lang="en-US" sz="2400" dirty="0"/>
              <a:t> </a:t>
            </a:r>
            <a:r>
              <a:rPr lang="ru-RU" sz="2400" dirty="0"/>
              <a:t>Текст текст текст текст текст текст текст текст текст текст текст текст Текст текст текст текст текст текст текст текст текст текст текст текст </a:t>
            </a:r>
            <a:endParaRPr lang="en-US" sz="2400" dirty="0"/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ru-RU" sz="2400" dirty="0"/>
              <a:t>Текст текст текст текст текст текст текст текст текст текст текст текст текст</a:t>
            </a:r>
            <a:r>
              <a:rPr lang="en-US" sz="2400" dirty="0"/>
              <a:t> </a:t>
            </a:r>
            <a:r>
              <a:rPr lang="ru-RU" sz="2400" dirty="0"/>
              <a:t>Текст текст текст текст текст текст текст текст текст текст текст текст Текст текст текст текст текст текст текст текст текст текст текст текст </a:t>
            </a:r>
          </a:p>
        </p:txBody>
      </p:sp>
      <p:sp>
        <p:nvSpPr>
          <p:cNvPr id="24" name="Заголовок 4">
            <a:extLst>
              <a:ext uri="{FF2B5EF4-FFF2-40B4-BE49-F238E27FC236}">
                <a16:creationId xmlns:a16="http://schemas.microsoft.com/office/drawing/2014/main" id="{00E0579D-4745-7A49-9210-5699A8300A73}"/>
              </a:ext>
            </a:extLst>
          </p:cNvPr>
          <p:cNvSpPr txBox="1">
            <a:spLocks/>
          </p:cNvSpPr>
          <p:nvPr/>
        </p:nvSpPr>
        <p:spPr>
          <a:xfrm>
            <a:off x="11542427" y="21671044"/>
            <a:ext cx="8328874" cy="73866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ru-RU" sz="4800" dirty="0"/>
              <a:t>Количественные результаты</a:t>
            </a:r>
          </a:p>
        </p:txBody>
      </p:sp>
      <p:sp>
        <p:nvSpPr>
          <p:cNvPr id="25" name="Заголовок 4">
            <a:extLst>
              <a:ext uri="{FF2B5EF4-FFF2-40B4-BE49-F238E27FC236}">
                <a16:creationId xmlns:a16="http://schemas.microsoft.com/office/drawing/2014/main" id="{F5D89536-B5CF-7D41-BE7A-E932D764960F}"/>
              </a:ext>
            </a:extLst>
          </p:cNvPr>
          <p:cNvSpPr txBox="1">
            <a:spLocks/>
          </p:cNvSpPr>
          <p:nvPr/>
        </p:nvSpPr>
        <p:spPr>
          <a:xfrm>
            <a:off x="11540382" y="22767227"/>
            <a:ext cx="8328874" cy="437042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ru-RU" sz="2400" dirty="0"/>
              <a:t>Текст текст текст текст текст текст текст текст текст текст текст текст текст</a:t>
            </a:r>
            <a:r>
              <a:rPr lang="en-US" sz="2400" dirty="0"/>
              <a:t> </a:t>
            </a:r>
            <a:r>
              <a:rPr lang="ru-RU" sz="2400" dirty="0"/>
              <a:t>Текст текст текст текст текст текст текст текст текст текст текст текст Текст текст текст текст текст текст текст текст текст текст текст текст </a:t>
            </a:r>
            <a:endParaRPr lang="en-US" sz="2400" dirty="0"/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ru-RU" sz="2400" dirty="0"/>
              <a:t>Текст текст текст текст текст текст текст текст текст текст текст текст текст</a:t>
            </a:r>
            <a:r>
              <a:rPr lang="en-US" sz="2400" dirty="0"/>
              <a:t> </a:t>
            </a:r>
            <a:r>
              <a:rPr lang="ru-RU" sz="2400" dirty="0"/>
              <a:t>Текст текст текст текст текст текст текст текст текст текст текст текст Текст текст текст текст текст текст текст текст текст текст текст текст 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ru-RU" sz="2400" dirty="0"/>
              <a:t>Текст текст текст текст текст текст текст текст текст текст текст текст текст</a:t>
            </a:r>
            <a:r>
              <a:rPr lang="en-US" sz="2400" dirty="0"/>
              <a:t> </a:t>
            </a:r>
            <a:r>
              <a:rPr lang="ru-RU" sz="2400" dirty="0"/>
              <a:t>Текст текст текст текст текст текст текст текст текст текст текст текст Текст</a:t>
            </a:r>
          </a:p>
        </p:txBody>
      </p:sp>
      <p:sp>
        <p:nvSpPr>
          <p:cNvPr id="27" name="Заголовок 4">
            <a:extLst>
              <a:ext uri="{FF2B5EF4-FFF2-40B4-BE49-F238E27FC236}">
                <a16:creationId xmlns:a16="http://schemas.microsoft.com/office/drawing/2014/main" id="{8E8B3B8D-29F0-0743-BF4F-96A6C906BFD1}"/>
              </a:ext>
            </a:extLst>
          </p:cNvPr>
          <p:cNvSpPr txBox="1">
            <a:spLocks/>
          </p:cNvSpPr>
          <p:nvPr/>
        </p:nvSpPr>
        <p:spPr>
          <a:xfrm>
            <a:off x="11542427" y="6653687"/>
            <a:ext cx="8328874" cy="73866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ru-RU" sz="4800" dirty="0"/>
              <a:t>Разработка </a:t>
            </a:r>
            <a:r>
              <a:rPr lang="ru-RU" sz="4800" dirty="0" err="1"/>
              <a:t>датасета</a:t>
            </a:r>
            <a:endParaRPr lang="ru-RU" sz="4800" dirty="0"/>
          </a:p>
        </p:txBody>
      </p:sp>
      <p:sp>
        <p:nvSpPr>
          <p:cNvPr id="28" name="Заголовок 4">
            <a:extLst>
              <a:ext uri="{FF2B5EF4-FFF2-40B4-BE49-F238E27FC236}">
                <a16:creationId xmlns:a16="http://schemas.microsoft.com/office/drawing/2014/main" id="{07872322-45B8-0849-889C-1F819F04BC6D}"/>
              </a:ext>
            </a:extLst>
          </p:cNvPr>
          <p:cNvSpPr txBox="1">
            <a:spLocks/>
          </p:cNvSpPr>
          <p:nvPr/>
        </p:nvSpPr>
        <p:spPr>
          <a:xfrm>
            <a:off x="11542938" y="7624916"/>
            <a:ext cx="8328874" cy="27392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ru-RU" sz="2400" dirty="0"/>
              <a:t>Текст текст текст текст текст текст текст текст текст текст текст текст текст</a:t>
            </a:r>
            <a:r>
              <a:rPr lang="en-US" sz="2400" dirty="0"/>
              <a:t> </a:t>
            </a:r>
            <a:r>
              <a:rPr lang="ru-RU" sz="2400" dirty="0"/>
              <a:t>Текст текст текст текст текст текст текст текст текст текст текст текст Текст текст текст текст текст текст текст текст текст текст текст текст </a:t>
            </a:r>
            <a:endParaRPr lang="en-US" sz="2400" dirty="0"/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ru-RU" sz="2400" dirty="0"/>
              <a:t>Текст текст текст текст текст текст текст текст текст текст текст текст текст</a:t>
            </a:r>
            <a:r>
              <a:rPr lang="en-US" sz="2400" dirty="0"/>
              <a:t> </a:t>
            </a:r>
            <a:r>
              <a:rPr lang="ru-RU" sz="2400" dirty="0"/>
              <a:t>Текст текст текст текст текст текст текст текст текст текст текст текст Текст текст текст текст текст</a:t>
            </a:r>
          </a:p>
        </p:txBody>
      </p: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088CBECF-3C13-5342-A7AC-082936EBC837}"/>
              </a:ext>
            </a:extLst>
          </p:cNvPr>
          <p:cNvCxnSpPr>
            <a:cxnSpLocks/>
          </p:cNvCxnSpPr>
          <p:nvPr/>
        </p:nvCxnSpPr>
        <p:spPr>
          <a:xfrm>
            <a:off x="10691045" y="6653687"/>
            <a:ext cx="0" cy="20680342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Заголовок 4">
            <a:extLst>
              <a:ext uri="{FF2B5EF4-FFF2-40B4-BE49-F238E27FC236}">
                <a16:creationId xmlns:a16="http://schemas.microsoft.com/office/drawing/2014/main" id="{8CEC3D49-17C8-C442-8612-0666054A9509}"/>
              </a:ext>
            </a:extLst>
          </p:cNvPr>
          <p:cNvSpPr txBox="1">
            <a:spLocks/>
          </p:cNvSpPr>
          <p:nvPr/>
        </p:nvSpPr>
        <p:spPr>
          <a:xfrm>
            <a:off x="1511811" y="29460098"/>
            <a:ext cx="16893945" cy="2769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000" dirty="0">
                <a:solidFill>
                  <a:schemeClr val="accent3"/>
                </a:solidFill>
              </a:rPr>
              <a:t>Источники и сноски</a:t>
            </a:r>
          </a:p>
        </p:txBody>
      </p:sp>
      <p:sp>
        <p:nvSpPr>
          <p:cNvPr id="22" name="Заголовок 4">
            <a:extLst>
              <a:ext uri="{FF2B5EF4-FFF2-40B4-BE49-F238E27FC236}">
                <a16:creationId xmlns:a16="http://schemas.microsoft.com/office/drawing/2014/main" id="{FD51292E-7EEB-3D48-87CF-183BB16B7330}"/>
              </a:ext>
            </a:extLst>
          </p:cNvPr>
          <p:cNvSpPr txBox="1">
            <a:spLocks/>
          </p:cNvSpPr>
          <p:nvPr/>
        </p:nvSpPr>
        <p:spPr>
          <a:xfrm>
            <a:off x="1511811" y="29021186"/>
            <a:ext cx="16893945" cy="2769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000" dirty="0">
                <a:solidFill>
                  <a:schemeClr val="accent3"/>
                </a:solidFill>
              </a:rPr>
              <a:t>Источники и сноски</a:t>
            </a:r>
          </a:p>
        </p:txBody>
      </p:sp>
      <p:sp>
        <p:nvSpPr>
          <p:cNvPr id="23" name="Заголовок 4">
            <a:extLst>
              <a:ext uri="{FF2B5EF4-FFF2-40B4-BE49-F238E27FC236}">
                <a16:creationId xmlns:a16="http://schemas.microsoft.com/office/drawing/2014/main" id="{2D635EC2-8653-2A4C-8EB8-43B66B8811CF}"/>
              </a:ext>
            </a:extLst>
          </p:cNvPr>
          <p:cNvSpPr txBox="1">
            <a:spLocks/>
          </p:cNvSpPr>
          <p:nvPr/>
        </p:nvSpPr>
        <p:spPr>
          <a:xfrm>
            <a:off x="1511811" y="28545698"/>
            <a:ext cx="16893945" cy="2769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000" dirty="0">
                <a:solidFill>
                  <a:schemeClr val="accent3"/>
                </a:solidFill>
              </a:rPr>
              <a:t>Источники и сноски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D19FED38-DB74-2F48-BCF3-EAD7C3718C99}"/>
              </a:ext>
            </a:extLst>
          </p:cNvPr>
          <p:cNvSpPr/>
          <p:nvPr/>
        </p:nvSpPr>
        <p:spPr>
          <a:xfrm>
            <a:off x="18280906" y="28225476"/>
            <a:ext cx="1591419" cy="1591419"/>
          </a:xfrm>
          <a:prstGeom prst="roundRect">
            <a:avLst>
              <a:gd name="adj" fmla="val 1157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KZ"/>
          </a:p>
        </p:txBody>
      </p:sp>
      <p:sp>
        <p:nvSpPr>
          <p:cNvPr id="30" name="Скругленный прямоугольник 29">
            <a:extLst>
              <a:ext uri="{FF2B5EF4-FFF2-40B4-BE49-F238E27FC236}">
                <a16:creationId xmlns:a16="http://schemas.microsoft.com/office/drawing/2014/main" id="{9B16BF6B-030C-4346-A6FA-EAA603EF4ABB}"/>
              </a:ext>
            </a:extLst>
          </p:cNvPr>
          <p:cNvSpPr/>
          <p:nvPr/>
        </p:nvSpPr>
        <p:spPr>
          <a:xfrm>
            <a:off x="18437425" y="28381995"/>
            <a:ext cx="1278380" cy="1278380"/>
          </a:xfrm>
          <a:prstGeom prst="roundRect">
            <a:avLst>
              <a:gd name="adj" fmla="val 1157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KZ"/>
          </a:p>
        </p:txBody>
      </p:sp>
      <p:sp>
        <p:nvSpPr>
          <p:cNvPr id="26" name="Заголовок 4">
            <a:extLst>
              <a:ext uri="{FF2B5EF4-FFF2-40B4-BE49-F238E27FC236}">
                <a16:creationId xmlns:a16="http://schemas.microsoft.com/office/drawing/2014/main" id="{C4891C96-3C4F-E349-8BB1-537E0F819FEC}"/>
              </a:ext>
            </a:extLst>
          </p:cNvPr>
          <p:cNvSpPr txBox="1">
            <a:spLocks/>
          </p:cNvSpPr>
          <p:nvPr/>
        </p:nvSpPr>
        <p:spPr>
          <a:xfrm>
            <a:off x="18602264" y="28882686"/>
            <a:ext cx="948702" cy="2769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/>
              <a:t>QR-</a:t>
            </a:r>
            <a:r>
              <a:rPr lang="ru-RU" sz="2000" dirty="0"/>
              <a:t>код</a:t>
            </a:r>
          </a:p>
        </p:txBody>
      </p:sp>
    </p:spTree>
    <p:extLst>
      <p:ext uri="{BB962C8B-B14F-4D97-AF65-F5344CB8AC3E}">
        <p14:creationId xmlns:p14="http://schemas.microsoft.com/office/powerpoint/2010/main" val="615841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72B335-B0CC-DB4E-A865-E8F15A686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головок 4">
            <a:extLst>
              <a:ext uri="{FF2B5EF4-FFF2-40B4-BE49-F238E27FC236}">
                <a16:creationId xmlns:a16="http://schemas.microsoft.com/office/drawing/2014/main" id="{E0F9253C-79D9-5547-BB38-B687841C52A0}"/>
              </a:ext>
            </a:extLst>
          </p:cNvPr>
          <p:cNvSpPr txBox="1">
            <a:spLocks/>
          </p:cNvSpPr>
          <p:nvPr/>
        </p:nvSpPr>
        <p:spPr>
          <a:xfrm>
            <a:off x="4594660" y="4258828"/>
            <a:ext cx="12194304" cy="4431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solidFill>
                  <a:schemeClr val="accent3"/>
                </a:solidFill>
              </a:rPr>
              <a:t>Авторы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03A0E81-82DE-AB4B-A453-739CB1A446B9}"/>
              </a:ext>
            </a:extLst>
          </p:cNvPr>
          <p:cNvCxnSpPr>
            <a:cxnSpLocks/>
          </p:cNvCxnSpPr>
          <p:nvPr/>
        </p:nvCxnSpPr>
        <p:spPr>
          <a:xfrm>
            <a:off x="10691045" y="6653687"/>
            <a:ext cx="0" cy="20680342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4456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AIRI Summer">
      <a:dk1>
        <a:srgbClr val="000000"/>
      </a:dk1>
      <a:lt1>
        <a:srgbClr val="FFFFFF"/>
      </a:lt1>
      <a:dk2>
        <a:srgbClr val="494949"/>
      </a:dk2>
      <a:lt2>
        <a:srgbClr val="F2EEE9"/>
      </a:lt2>
      <a:accent1>
        <a:srgbClr val="1D51C8"/>
      </a:accent1>
      <a:accent2>
        <a:srgbClr val="988CFF"/>
      </a:accent2>
      <a:accent3>
        <a:srgbClr val="A5A5A5"/>
      </a:accent3>
      <a:accent4>
        <a:srgbClr val="FFD027"/>
      </a:accent4>
      <a:accent5>
        <a:srgbClr val="50C0FF"/>
      </a:accent5>
      <a:accent6>
        <a:srgbClr val="3ED0B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</a:spPr>
      <a:bodyPr lIns="0" tIns="0" rIns="0" bIns="0"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>
        <a:spAutoFit/>
      </a:bodyPr>
      <a:lstStyle>
        <a:defPPr algn="l">
          <a:lnSpc>
            <a:spcPct val="100000"/>
          </a:lnSpc>
          <a:spcAft>
            <a:spcPts val="1200"/>
          </a:spcAft>
          <a:defRPr sz="3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586</TotalTime>
  <Words>516</Words>
  <Application>Microsoft Office PowerPoint</Application>
  <PresentationFormat>Произвольный</PresentationFormat>
  <Paragraphs>30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4" baseType="lpstr">
      <vt:lpstr>Arial</vt:lpstr>
      <vt:lpstr>Тема Office</vt:lpstr>
      <vt:lpstr>Название исследования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Виктория Соболева</dc:creator>
  <cp:lastModifiedBy>даша даша</cp:lastModifiedBy>
  <cp:revision>34</cp:revision>
  <dcterms:created xsi:type="dcterms:W3CDTF">2022-07-12T08:07:53Z</dcterms:created>
  <dcterms:modified xsi:type="dcterms:W3CDTF">2026-07-14T13:36:12Z</dcterms:modified>
</cp:coreProperties>
</file>